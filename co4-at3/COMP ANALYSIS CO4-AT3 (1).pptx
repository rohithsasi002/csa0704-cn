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4106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TCP vs UDP Headers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415183"/>
            <a:ext cx="11478330" cy="37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Two fundamental transport protocols — each optimized for different priorities.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661475" y="3005733"/>
            <a:ext cx="10868745" cy="2311102"/>
          </a:xfrm>
          <a:prstGeom prst="roundRect">
            <a:avLst>
              <a:gd name="adj" fmla="val 343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825" y="3012083"/>
            <a:ext cx="5428023" cy="2298402"/>
          </a:xfrm>
          <a:custGeom>
            <a:avLst/>
            <a:gdLst/>
            <a:ahLst/>
            <a:cxnLst/>
            <a:rect l="l" t="t" r="r" b="b"/>
            <a:pathLst>
              <a:path w="5428023" h="2298402">
                <a:moveTo>
                  <a:pt x="66156" y="0"/>
                </a:moveTo>
                <a:lnTo>
                  <a:pt x="5428023" y="0"/>
                </a:lnTo>
                <a:lnTo>
                  <a:pt x="5428023" y="2298402"/>
                </a:lnTo>
                <a:lnTo>
                  <a:pt x="66156" y="2298402"/>
                </a:lnTo>
                <a:arcTo hR="66158" wR="66156" stAng="5400000" swAng="5400000"/>
                <a:lnTo>
                  <a:pt x="0" y="66158"/>
                </a:lnTo>
                <a:arcTo hR="66158" wR="66156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6" name="Text 4"/>
          <p:cNvSpPr/>
          <p:nvPr/>
        </p:nvSpPr>
        <p:spPr>
          <a:xfrm>
            <a:off x="856832" y="3201095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TCP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56832" y="3609777"/>
            <a:ext cx="5050009" cy="1133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Connection-oriented, reliable, and ordered. Larger header provides sequencing, acknowledgments, and flow control.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6095848" y="3012083"/>
            <a:ext cx="5428023" cy="2298402"/>
          </a:xfrm>
          <a:custGeom>
            <a:avLst/>
            <a:gdLst/>
            <a:ahLst/>
            <a:cxnLst/>
            <a:rect l="l" t="t" r="r" b="b"/>
            <a:pathLst>
              <a:path w="5428023" h="2298402">
                <a:moveTo>
                  <a:pt x="0" y="0"/>
                </a:moveTo>
                <a:lnTo>
                  <a:pt x="5361866" y="0"/>
                </a:lnTo>
                <a:arcTo hR="66158" wR="66156" stAng="16200000" swAng="5400000"/>
                <a:lnTo>
                  <a:pt x="5428023" y="2232244"/>
                </a:lnTo>
                <a:arcTo hR="66158" wR="66156" stAng="0" swAng="5400000"/>
                <a:lnTo>
                  <a:pt x="0" y="2298402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9" name="Shape 7"/>
          <p:cNvSpPr/>
          <p:nvPr/>
        </p:nvSpPr>
        <p:spPr>
          <a:xfrm>
            <a:off x="6095848" y="3012083"/>
            <a:ext cx="25399" cy="2298402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</p:sp>
      <p:sp>
        <p:nvSpPr>
          <p:cNvPr id="10" name="Text 8"/>
          <p:cNvSpPr/>
          <p:nvPr/>
        </p:nvSpPr>
        <p:spPr>
          <a:xfrm>
            <a:off x="6284854" y="3201095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UDP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284854" y="3609777"/>
            <a:ext cx="5050009" cy="1511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Connectionless and lightweight. Smaller header means less overhead and faster delivery — ideal for video calls, live streaming, and online gaming.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9383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Traffic Shaping vs Traffic Policing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462510"/>
            <a:ext cx="11478330" cy="37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Both enforce bandwidth limits, but with different mechanisms and consequences.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661475" y="3053060"/>
            <a:ext cx="10868745" cy="2311102"/>
          </a:xfrm>
          <a:prstGeom prst="roundRect">
            <a:avLst>
              <a:gd name="adj" fmla="val 343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825" y="3059410"/>
            <a:ext cx="5428023" cy="2298402"/>
          </a:xfrm>
          <a:custGeom>
            <a:avLst/>
            <a:gdLst/>
            <a:ahLst/>
            <a:cxnLst/>
            <a:rect l="l" t="t" r="r" b="b"/>
            <a:pathLst>
              <a:path w="5428023" h="2298402">
                <a:moveTo>
                  <a:pt x="66156" y="0"/>
                </a:moveTo>
                <a:lnTo>
                  <a:pt x="5428023" y="0"/>
                </a:lnTo>
                <a:lnTo>
                  <a:pt x="5428023" y="2298402"/>
                </a:lnTo>
                <a:lnTo>
                  <a:pt x="66156" y="2298402"/>
                </a:lnTo>
                <a:arcTo hR="66158" wR="66156" stAng="5400000" swAng="5400000"/>
                <a:lnTo>
                  <a:pt x="0" y="66158"/>
                </a:lnTo>
                <a:arcTo hR="66158" wR="66156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6" name="Text 4"/>
          <p:cNvSpPr/>
          <p:nvPr/>
        </p:nvSpPr>
        <p:spPr>
          <a:xfrm>
            <a:off x="856832" y="3248422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Traffic Shaping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56832" y="3657104"/>
            <a:ext cx="5050009" cy="1511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Buffers and delays excess packets, smoothing traffic flow to stay within the allowed rate. Preferred for real-time video calls where sudden drops degrade quality.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6095848" y="3059410"/>
            <a:ext cx="5428023" cy="2298402"/>
          </a:xfrm>
          <a:custGeom>
            <a:avLst/>
            <a:gdLst/>
            <a:ahLst/>
            <a:cxnLst/>
            <a:rect l="l" t="t" r="r" b="b"/>
            <a:pathLst>
              <a:path w="5428023" h="2298402">
                <a:moveTo>
                  <a:pt x="0" y="0"/>
                </a:moveTo>
                <a:lnTo>
                  <a:pt x="5361866" y="0"/>
                </a:lnTo>
                <a:arcTo hR="66158" wR="66156" stAng="16200000" swAng="5400000"/>
                <a:lnTo>
                  <a:pt x="5428023" y="2232244"/>
                </a:lnTo>
                <a:arcTo hR="66158" wR="66156" stAng="0" swAng="5400000"/>
                <a:lnTo>
                  <a:pt x="0" y="2298402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9" name="Shape 7"/>
          <p:cNvSpPr/>
          <p:nvPr/>
        </p:nvSpPr>
        <p:spPr>
          <a:xfrm>
            <a:off x="6095848" y="3059410"/>
            <a:ext cx="25399" cy="2298402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</p:sp>
      <p:sp>
        <p:nvSpPr>
          <p:cNvPr id="10" name="Text 8"/>
          <p:cNvSpPr/>
          <p:nvPr/>
        </p:nvSpPr>
        <p:spPr>
          <a:xfrm>
            <a:off x="6284854" y="3248422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Traffic Policing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284854" y="3657104"/>
            <a:ext cx="5050009" cy="1511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Drops or re-marks packets exceeding the limit — a strict enforcement with no buffering. Simpler and faster, but less forgiving for latency-sensitive traffic.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477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TCP + TLS 1.2 vs QUIC + TLS 1.3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543447"/>
            <a:ext cx="11478330" cy="37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QUIC reimagines encrypted transport by combining reliability, security, and speed over UDP.</a:t>
            </a:r>
            <a:endParaRPr lang="en-US" sz="1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133997"/>
            <a:ext cx="5339820" cy="27271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7479" y="2348409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TCP + TLS 1.2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977479" y="2757091"/>
            <a:ext cx="4809409" cy="1133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Multiple round trips for TCP handshake plus TLS negotiation — higher startup latency. Head-of-line blocking affects all streams.</a:t>
            </a:r>
            <a:endParaRPr lang="en-US" sz="18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2133997"/>
            <a:ext cx="5339919" cy="272712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06305" y="2348409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QUIC + TLS 1.3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6506305" y="2757091"/>
            <a:ext cx="4809509" cy="18896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Single combined handshake over UDP — faster connection establishment. Independent streams eliminate head-of-line blocking and improve performance on changing networks.</a:t>
            </a:r>
            <a:endParaRPr lang="en-US" sz="1850" dirty="0"/>
          </a:p>
        </p:txBody>
      </p:sp>
      <p:sp>
        <p:nvSpPr>
          <p:cNvPr id="10" name="Shape 6"/>
          <p:cNvSpPr/>
          <p:nvPr/>
        </p:nvSpPr>
        <p:spPr>
          <a:xfrm>
            <a:off x="661475" y="5073749"/>
            <a:ext cx="10868745" cy="1209377"/>
          </a:xfrm>
          <a:prstGeom prst="roundRect">
            <a:avLst>
              <a:gd name="adj" fmla="val 6564"/>
            </a:avLst>
          </a:prstGeom>
          <a:solidFill>
            <a:srgbClr val="E1E1EA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482" y="5369917"/>
            <a:ext cx="295268" cy="2362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34756" y="5309989"/>
            <a:ext cx="10006457" cy="75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Key takeaway:</a:t>
            </a:r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QUIC + TLS 1.3 delivers lower latency and better resilience — increasingly the default for modern web and real-time applications.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2026-08-24T14:14:01Z</dcterms:created>
  <dcterms:modified xsi:type="dcterms:W3CDTF">2026-08-24T14:14:01Z</dcterms:modified>
</cp:coreProperties>
</file>